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57" r:id="rId5"/>
    <p:sldId id="261" r:id="rId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6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C38F3CA-96B0-4023-9FB4-60FEEADF45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8BFDE10-F654-437D-8E54-6FCF8E8061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630D10D-748D-4114-843F-F6EDED7392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0E074-57F3-4201-9FEE-2BFE5D62B4BD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64611CA-DBDB-4A6A-A5C5-D1FF81219E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1B5A226-0681-4A0D-A69E-1C7BA4896C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E2E63-FA46-4518-897D-5865E91EC75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638438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28591BC-A2A0-4FCF-9D8B-F29DEDFA81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2EAA793-A01D-4B4E-8B45-1429D44631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3DCCEDA-2C23-4CF2-AC2F-60AC173C3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0E074-57F3-4201-9FEE-2BFE5D62B4BD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D9877DD-125A-4BD9-98F5-C32B95850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9DAAECE-B85A-4861-AEF7-5737E33EC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E2E63-FA46-4518-897D-5865E91EC75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528307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1BAD82-A47E-475C-A6D1-36C938EE6C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6160F3D-F2E3-4F09-91FD-C27C7E17BC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5028B78-5ED9-4691-8BEA-B668359C90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0E074-57F3-4201-9FEE-2BFE5D62B4BD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E7451C3-5093-43EA-ABFF-85CA8A679F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4AE7A98-F288-479F-A4F1-DABAFD7D9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E2E63-FA46-4518-897D-5865E91EC75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556189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E58BC6-3C93-457F-9677-C4D36B2D6D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4A7F48E-E274-4E2B-B3EA-61D093752F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5F2B8CC-3E26-4782-A2DC-56E49480DC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C3534A2-ED0F-40FA-A56D-3EA7E4151E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0E074-57F3-4201-9FEE-2BFE5D62B4BD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53B92DB-B302-49E5-9122-3BFC455453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2C0FD7C-9C04-4CE9-8EB2-7D44FA558C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E2E63-FA46-4518-897D-5865E91EC75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6420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7673E1D-64F8-4492-8971-4EF3642ADE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834491A-CF19-46AD-BB9C-F86C1A1797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C36BF06-4724-4692-8106-7EC5AB1297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C7ACA392-18FA-47A8-B57D-F2E55729DB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65DD68D4-57F8-48A5-A0C5-7D5AD636C5C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86756FDE-D67C-4345-BE96-7D933F39FD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0E074-57F3-4201-9FEE-2BFE5D62B4BD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DA0F8AE4-8D58-48B4-993E-D035298E3D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8766628C-ADE3-45C0-B5B1-0CA034FC9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E2E63-FA46-4518-897D-5865E91EC75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588541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FFFECD-4EDB-44C4-A78A-04E0A931A0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6A3789A7-5D69-4AB9-A7DB-4396AA1F69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0E074-57F3-4201-9FEE-2BFE5D62B4BD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AC956688-A077-4473-A215-097A268C80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FDF18AC-BDD0-40D4-8F25-DBCDC0865B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E2E63-FA46-4518-897D-5865E91EC75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597483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29C69750-8E48-4D20-AB66-D4A016DB0A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0E074-57F3-4201-9FEE-2BFE5D62B4BD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D3580DB9-B8D8-4E31-B783-927F7C779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9D460CB-5129-4B6A-A3C6-C7973EB62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E2E63-FA46-4518-897D-5865E91EC75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963132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EAEB52-2F0A-4B98-8AAE-CBDB8A86F4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F73BAD8-FEE8-4411-9831-60E7E50CB6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97AA4F8-EB85-4065-962B-06EA1D4388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1B1BA3A-1BD8-49B0-A9BF-1F079F32DE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0E074-57F3-4201-9FEE-2BFE5D62B4BD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BFDB0B8-DD27-484C-BA3A-3414E05FA4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FC5C4F1-9D36-4C65-850F-F8CC19CB7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E2E63-FA46-4518-897D-5865E91EC75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05269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CFF9C5-40E3-4752-8748-9BDA7F4C6E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12206957-81E9-4ED2-99DD-BEE6DD388E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0432EBB-0E23-4C44-A9BA-161412E381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31141E6-F915-4FA5-BB65-3A097A49D9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0E074-57F3-4201-9FEE-2BFE5D62B4BD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4B4067A-11DA-4489-940F-226662BBA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C053170-69CC-4CDA-B7F4-DF3CE0246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E2E63-FA46-4518-897D-5865E91EC75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912835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E91BA3B-2B51-44FF-A844-85B723F4B8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BAA21CD-70D6-490C-8906-780CE8D38B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E95CB3E-85EE-4E78-A086-C051E21DEF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0E074-57F3-4201-9FEE-2BFE5D62B4BD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3062F95-2C60-43A6-B02C-18D5FD2635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8A8BF28-A362-48F8-94A7-663969ACF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E2E63-FA46-4518-897D-5865E91EC75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919041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E99F3BA0-3878-4602-9952-373A6B2CF6B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05527C1-A149-46E9-A912-988687AB9D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3901F88-FBCD-45AE-B847-EA1C3EB0D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0E074-57F3-4201-9FEE-2BFE5D62B4BD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5E80859-6757-4DD1-9092-6395E7C7B8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D23B1E9-392B-4838-905C-F7C4D332F6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E2E63-FA46-4518-897D-5865E91EC75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582448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DEE50F-F6C7-4EB4-BB57-EA5D403AF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AE0C0BC-D982-4BC2-B0DA-1AF70EF46E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F9B36EC-AF32-4D60-A226-5B53D10B67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40E074-57F3-4201-9FEE-2BFE5D62B4BD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F46F247-2A83-4D6D-8A4C-F6EEFD2B90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1B2FD9D-8DF4-4DC2-AEB3-BB853408D7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4E2E63-FA46-4518-897D-5865E91EC75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72365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80B13B0-771A-411F-9D62-56E5BF76D30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Яндекс проект по </a:t>
            </a:r>
            <a:r>
              <a:rPr lang="en-US" dirty="0"/>
              <a:t>web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E25DBE8-1000-4B58-8EEC-15E5C86FE6E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Выполнил</a:t>
            </a:r>
            <a:r>
              <a:rPr lang="en-US" dirty="0"/>
              <a:t>:</a:t>
            </a:r>
            <a:r>
              <a:rPr lang="ru-RU" dirty="0"/>
              <a:t>Скоков Владимир 11-А класс и человек пожелавший остаться анонимным</a:t>
            </a:r>
          </a:p>
        </p:txBody>
      </p:sp>
    </p:spTree>
    <p:extLst>
      <p:ext uri="{BB962C8B-B14F-4D97-AF65-F5344CB8AC3E}">
        <p14:creationId xmlns:p14="http://schemas.microsoft.com/office/powerpoint/2010/main" val="26836303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4FB5D6-2330-4A9B-A149-95891DE70C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это за проект</a:t>
            </a:r>
            <a:r>
              <a:rPr lang="en-US" dirty="0"/>
              <a:t>?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CA0A29B-BFF2-412C-93EE-90C71F42F2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Это сайт где можно составить план поездки</a:t>
            </a:r>
            <a:r>
              <a:rPr lang="en-US" dirty="0"/>
              <a:t>,</a:t>
            </a:r>
            <a:r>
              <a:rPr lang="ru-RU" dirty="0"/>
              <a:t> найти билеты на разные виды транспорта и посмотреть погоду по прибытию</a:t>
            </a:r>
          </a:p>
        </p:txBody>
      </p:sp>
    </p:spTree>
    <p:extLst>
      <p:ext uri="{BB962C8B-B14F-4D97-AF65-F5344CB8AC3E}">
        <p14:creationId xmlns:p14="http://schemas.microsoft.com/office/powerpoint/2010/main" val="11884546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64B24F-12C8-44C6-B7F0-0EA51E4E10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использовалось</a:t>
            </a:r>
            <a:r>
              <a:rPr lang="en-US" dirty="0"/>
              <a:t>?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F9DAE8A-5D44-48AC-8C42-C793ED2489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Проект написан на </a:t>
            </a:r>
            <a:r>
              <a:rPr lang="en-US" dirty="0"/>
              <a:t>python flask</a:t>
            </a:r>
            <a:r>
              <a:rPr lang="ru-RU" dirty="0"/>
              <a:t> использовались </a:t>
            </a:r>
            <a:r>
              <a:rPr lang="ru-RU" dirty="0" err="1"/>
              <a:t>библеотеки</a:t>
            </a:r>
            <a:r>
              <a:rPr lang="ru-RU" dirty="0"/>
              <a:t> для шифрования пароля</a:t>
            </a:r>
            <a:r>
              <a:rPr lang="en-US" dirty="0"/>
              <a:t>,</a:t>
            </a:r>
            <a:r>
              <a:rPr lang="ru-RU" dirty="0"/>
              <a:t>работой с базой данных и ответвления от </a:t>
            </a:r>
            <a:r>
              <a:rPr lang="en-US" dirty="0"/>
              <a:t>flask</a:t>
            </a:r>
            <a:r>
              <a:rPr lang="ru-RU" dirty="0"/>
              <a:t> которые дополняют его функционал</a:t>
            </a:r>
          </a:p>
        </p:txBody>
      </p:sp>
    </p:spTree>
    <p:extLst>
      <p:ext uri="{BB962C8B-B14F-4D97-AF65-F5344CB8AC3E}">
        <p14:creationId xmlns:p14="http://schemas.microsoft.com/office/powerpoint/2010/main" val="13248477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1690B2D-DA32-4B84-9CF8-F7B6B4EC3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реализовано в проекте</a:t>
            </a:r>
            <a:r>
              <a:rPr lang="en-US" dirty="0"/>
              <a:t>?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31449BC-FBEB-4C11-8CFD-64794D531C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Bootstrap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YS Text"/>
              </a:rPr>
              <a:t>ORM-модели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YS Text"/>
              </a:rPr>
              <a:t>регистрация и авторизация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YS Text"/>
              </a:rPr>
              <a:t>загрузка и использование файлов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YS Text"/>
              </a:rPr>
              <a:t>API: REST или использование стороннего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YS Text"/>
              </a:rPr>
              <a:t>Хранение данных (</a:t>
            </a:r>
            <a:r>
              <a:rPr lang="ru-RU" b="0" i="0" dirty="0" err="1">
                <a:effectLst/>
                <a:latin typeface="YS Text"/>
              </a:rPr>
              <a:t>txt</a:t>
            </a:r>
            <a:r>
              <a:rPr lang="ru-RU" b="0" i="0" dirty="0">
                <a:effectLst/>
                <a:latin typeface="YS Text"/>
              </a:rPr>
              <a:t>, </a:t>
            </a:r>
            <a:r>
              <a:rPr lang="ru-RU" b="0" i="0" dirty="0" err="1">
                <a:effectLst/>
                <a:latin typeface="YS Text"/>
              </a:rPr>
              <a:t>csv</a:t>
            </a:r>
            <a:r>
              <a:rPr lang="ru-RU" b="0" i="0" dirty="0">
                <a:effectLst/>
                <a:latin typeface="YS Text"/>
              </a:rPr>
              <a:t> или БД)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YS Text"/>
              </a:rPr>
              <a:t>Хостинг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463541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0D7A67F-6170-4505-B082-26B3855FC0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984" y="2246679"/>
            <a:ext cx="5756031" cy="1325563"/>
          </a:xfrm>
        </p:spPr>
        <p:txBody>
          <a:bodyPr/>
          <a:lstStyle/>
          <a:p>
            <a:r>
              <a:rPr lang="ru-RU" dirty="0"/>
              <a:t>Спасибо за внимание! </a:t>
            </a:r>
          </a:p>
        </p:txBody>
      </p:sp>
    </p:spTree>
    <p:extLst>
      <p:ext uri="{BB962C8B-B14F-4D97-AF65-F5344CB8AC3E}">
        <p14:creationId xmlns:p14="http://schemas.microsoft.com/office/powerpoint/2010/main" val="202104281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</TotalTime>
  <Words>99</Words>
  <Application>Microsoft Office PowerPoint</Application>
  <PresentationFormat>Широкоэкранный</PresentationFormat>
  <Paragraphs>15</Paragraphs>
  <Slides>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YS Text</vt:lpstr>
      <vt:lpstr>Тема Office</vt:lpstr>
      <vt:lpstr>Яндекс проект по web</vt:lpstr>
      <vt:lpstr>Что это за проект?</vt:lpstr>
      <vt:lpstr>Что использовалось?</vt:lpstr>
      <vt:lpstr>Что реализовано в проекте?</vt:lpstr>
      <vt:lpstr>Спасибо за внимание!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Проект Яндекса по web</dc:title>
  <dc:creator>Вова Скоков</dc:creator>
  <cp:lastModifiedBy>Вова Скоков</cp:lastModifiedBy>
  <cp:revision>4</cp:revision>
  <dcterms:created xsi:type="dcterms:W3CDTF">2026-05-14T18:54:24Z</dcterms:created>
  <dcterms:modified xsi:type="dcterms:W3CDTF">2026-05-14T21:26:54Z</dcterms:modified>
</cp:coreProperties>
</file>